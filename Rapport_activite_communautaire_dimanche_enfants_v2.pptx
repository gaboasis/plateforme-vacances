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0"/>
                </a:solidFill>
                <a:latin typeface="Calibri"/>
              </a:defRPr>
            </a:pPr>
            <a:r>
              <a:t>Rapport sur l'activité communautaire du dimanche</a:t>
            </a:r>
          </a:p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Programme Enfants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D6670"/>
                </a:solidFill>
                <a:latin typeface="Calibri"/>
              </a:defRPr>
            </a:pPr>
            <a:r>
              <a:t>Synthèse opérationnelle - version professionnelle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Objectif, participation et organisation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Objectif &amp;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Offrir un cadre structuré pour le développement social, éducatif et personnel des enfants.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Renforcer l'intégration communautaire et transmettre la mission de l'association.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Inscriptions : 150 enfants.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Présence hebdomadaire moyenne : 80 à 100 enfants.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Organisation des groupes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Tranches d'âge : 5-6, 7-8, 9-10, 11-12 ans.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Chaque tranche est divisée en 2 à 3 sous-groupes.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Séquence pédagogique : 30 min mémorisation, 30 min leçon, 30 min récitation.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Ajustements d'affectation des éducateurs selon période, besoins et compétences.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Certains éducateurs demandent un groupe fixe.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Encadrement et environnement pédagogique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Rôle des éducateurs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Animation des activités.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Gestion des groupes.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Sécurité des enfants.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Maintien d'un climat structuré.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Répartition ajustée selon besoins organisationnels.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Conditions matérielles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Activités en salle ouverte, sans séparation physique.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Impacts : bruit élevé, baisse de concentration, interférences entre groupes.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Fatigue observée chez certains éducateurs.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Analyse : contrainte majeure pour la qualité pédagogique.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Climat interne, RH et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670"/>
                </a:solidFill>
                <a:latin typeface="Calibri"/>
              </a:defRPr>
            </a:pPr>
            <a:r>
              <a:t>Enjeux identifiés et impacts opérationnels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78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Climat de travail globalement fonctionnel et positif.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Difficultés de disponibilité signalées : Mouhamad Mohamad Al Moudalal, Khalil Issa, Ezzo El Merhebi, Azza (retour à Alif, blessure, maladie).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Désistements parfois avec peu ou sans préavis : désorganisation ponctuelle et pression accrue sur l'équipe présente.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Analyse : engagement bénévole, absence de mécanismes formels de remplacement, attentes d'engagement à clarifier.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Gestion des changements : incident isolé d'insatisfaction après modification d'horaire (Chihab avec Amira Bisanni), impact limité.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Satisfaction parents globalement bonne ; un retrait isolé vers cours privés.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Enfants engagés et participatifs, concentration parfois affectée par le bruit.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Ressources, points forts et points à améliorer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Finances &amp; matériel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Financement : dons des parents.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Aucun financement direct de l'association.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Montant utilisé : environ 2 300 $.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Cahier individuel + contenu imprimé hebdomadaire.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Certains cahiers sont oubliés ou mal entretenus.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Calibri"/>
              </a:defRPr>
            </a:pPr>
            <a:r>
              <a:t>Bilan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Points forts : bonne participation, objectifs atteints, engagement parents/enfants, autonomie financière.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Points à améliorer : bruit et espace, communication interne.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Points à améliorer : stabilité des éducateurs, remplacements.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t>- Points à améliorer : alignement pédagogique et dépendance aux dons.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 et 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670"/>
                </a:solidFill>
                <a:latin typeface="Calibri"/>
              </a:defRPr>
            </a:pPr>
            <a:r>
              <a:t>Plan d'amélioration proposé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78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L'activité est positive et structurée ; des ajustements ciblés sont nécessaires pour stabiliser l'organisation et renforcer la qualité.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Formaliser la confirmation des disponibilités (processus déjà amorcé via WhatsApp).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Constituer une liste de remplaçants et clarifier les attentes (préavis minimal, responsabilités).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Renforcer la communication lors des changements d'horaire ou de répartition.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Réorganiser l'espace avec des séparations pour réduire le bruit.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Explorer des sources de financement plus stables.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Augmenter le cours de religion à 45 minutes et regrouper les sous-groupes pendant ce créneau ; autres éducateurs en supervision.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- Étudier une solution technologique pour réduire la paperasse et simplifier le suivi parental.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670"/>
                </a:solidFill>
                <a:latin typeface="Calibri"/>
              </a:defRPr>
            </a:pPr>
            <a:r>
              <a:t>Association communautaire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655624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670"/>
                </a:solidFill>
                <a:latin typeface="Calibri"/>
              </a:defRPr>
            </a:pPr>
            <a:r>
              <a:t>Rapport d'activité - Dimanche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